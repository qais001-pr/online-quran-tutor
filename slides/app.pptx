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3A73D-4D4F-45FA-B15E-AC8FD38339D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CF663-88D1-4F80-9513-87AC286AB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9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CF663-88D1-4F80-9513-87AC286AB8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97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1215-2CF9-18EA-64B0-B910640ED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A24CE-3F20-D6E4-EED6-AD0519D4D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B8C4-C762-E70A-0E0F-14098A6A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DBFB0-F896-0362-FDB5-76E8258C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FA37B-2E7E-E38C-7156-CDA66B22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7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6719B-328C-E5B5-25E2-3DD945B1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BA244-A129-75A1-7603-A598159E2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B1DD2-E006-77AC-B012-72F9B4DF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1C67-BA14-BEE6-8063-1CF42D79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A8B41-2215-F455-092F-E4205444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D1BD-FE46-C952-2F29-564F6492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B2FFB-FA30-3BFF-3777-2C9C44403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EF312-1178-284A-4831-0EED56D5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6810-76F5-E612-B408-13E67F3A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C9F2B-FD3E-EF89-2639-AB5F8EE4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1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5112-2D7C-0EEB-D746-674F2770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CEF99-9984-7EDA-E0B4-878FF0064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9CFDA-39A0-1621-4107-0D8AAB0C3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B5A11-0516-9ADB-B9A9-63CDD47F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D3C6A-0231-7DBA-A6D2-35F817D5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4437C-3F08-10E5-948F-6F4B86AE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3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2AB6-0EE9-58F7-FB0B-C3DFA9E5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17B82-0DD2-2697-EE58-2064CB54E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7D580-17E0-EA02-9039-1CE52CAA9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6F64D-2E2B-2E9E-5563-B04628A13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C0F2D-9EBE-1284-DFE0-3842FE7A4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93EAAD-A87C-562D-E6CA-85AA19EA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91565-51C6-7636-DC2A-82001E02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2962C-31AF-B783-1AC0-B253EC80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A7AA-3197-87AF-4F6F-6DBFB7FE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02044-1740-38C9-3A3B-08403B1A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8D88DF-CBAE-0A6C-F3A8-36B70061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22BB7-E8D8-800E-96EE-E007CC23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1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1CD39-176C-A762-4193-7E20D2DE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68902-6931-F055-870E-7955890B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838F6-65C9-2DE5-209C-12CBEF08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31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A9B1-56C7-7C06-E639-CD37DA63A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23F93-284A-9969-539A-EE0FBD11F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5260E-0E68-FAF2-10E8-938974095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43B77-CEBC-F58D-DDF6-397CC2DD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157A8-2AC7-094E-8480-6A0A9BB4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B65FF-A12A-4D02-1D07-5EA16DD0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8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9C42-978E-390B-2EC1-4103B548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5DA34D-0F0F-30FE-6D93-CC814CE4D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17ADB-2B64-3DE3-102C-3B83DE28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8D5DB-E557-399A-616E-752C78AAC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46F4-C51F-A420-11AD-F8AB5287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F5F7B-5B2D-57A4-7032-5F3F8C76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5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087A-40AC-49A3-4125-6D26C7FE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6BA3B-C6F6-04B6-3E4C-3DE50BC71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5FA4E-C60C-2D93-D9D7-50FBBBE3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D21A7-F6C9-1AAC-65C8-32C92CA6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6999-D4F8-BFC2-973D-57C532BD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900DB-6505-5DCB-532E-193C26F8C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AEE6C-377B-3EF9-C7FB-9F2B0C110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360D6-03E3-484B-2FEF-572D8BB2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0672A-2470-9125-A997-4744265B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346F4-DB26-519F-6FA3-51A6792F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02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BA4F8-16E9-8348-0CD7-B98EA320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D181C-D910-2910-B8C6-4D3C43305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F01C9-040C-79F9-A820-1619516FC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3DEBC-607E-4D7F-A340-41D1C73DC3F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5D52F-D12B-25D2-938C-0FE69F219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3720-4234-CE64-FCF1-E77888D6E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CAAC-D0B1-4157-842E-7EAE26D1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13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C971FF-9377-6ED2-C658-0691E03CE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86" y="806320"/>
            <a:ext cx="2647954" cy="5141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BF057F-3D7B-5737-1EDC-30D78CBF2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349" y="806320"/>
            <a:ext cx="2781302" cy="5141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CE22FE-0587-331F-F3B9-CD9C5BE29500}"/>
              </a:ext>
            </a:extLst>
          </p:cNvPr>
          <p:cNvSpPr txBox="1"/>
          <p:nvPr/>
        </p:nvSpPr>
        <p:spPr>
          <a:xfrm>
            <a:off x="4209287" y="6000750"/>
            <a:ext cx="377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 Sign Up Screen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8C5CC-872A-420B-E63D-18B335A88DDC}"/>
              </a:ext>
            </a:extLst>
          </p:cNvPr>
          <p:cNvSpPr txBox="1"/>
          <p:nvPr/>
        </p:nvSpPr>
        <p:spPr>
          <a:xfrm>
            <a:off x="423670" y="6000750"/>
            <a:ext cx="334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Screen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513A49-6B24-4563-ED7C-7F9BA7366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24" y="806319"/>
            <a:ext cx="2647952" cy="51411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CF6ED6-54F9-3F53-5440-5642C61BB572}"/>
              </a:ext>
            </a:extLst>
          </p:cNvPr>
          <p:cNvSpPr txBox="1"/>
          <p:nvPr/>
        </p:nvSpPr>
        <p:spPr>
          <a:xfrm>
            <a:off x="7994904" y="5972175"/>
            <a:ext cx="389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Sign Up Screen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4CF88-0B63-8F0B-5D93-7662D6E339ED}"/>
              </a:ext>
            </a:extLst>
          </p:cNvPr>
          <p:cNvSpPr txBox="1"/>
          <p:nvPr/>
        </p:nvSpPr>
        <p:spPr>
          <a:xfrm>
            <a:off x="141268" y="111970"/>
            <a:ext cx="2653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4867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B0D913-3B0A-A2DC-19E2-9D8B91E6B7C1}"/>
              </a:ext>
            </a:extLst>
          </p:cNvPr>
          <p:cNvSpPr txBox="1"/>
          <p:nvPr/>
        </p:nvSpPr>
        <p:spPr>
          <a:xfrm>
            <a:off x="1057656" y="2816352"/>
            <a:ext cx="10076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Panel</a:t>
            </a:r>
          </a:p>
        </p:txBody>
      </p:sp>
    </p:spTree>
    <p:extLst>
      <p:ext uri="{BB962C8B-B14F-4D97-AF65-F5344CB8AC3E}">
        <p14:creationId xmlns:p14="http://schemas.microsoft.com/office/powerpoint/2010/main" val="406631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C7B220-3E9B-990D-3A44-9B60CB1F9A17}"/>
              </a:ext>
            </a:extLst>
          </p:cNvPr>
          <p:cNvSpPr txBox="1"/>
          <p:nvPr/>
        </p:nvSpPr>
        <p:spPr>
          <a:xfrm>
            <a:off x="550982" y="6229350"/>
            <a:ext cx="316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63EE9-5B9B-5700-4D6D-EDF9A20D1331}"/>
              </a:ext>
            </a:extLst>
          </p:cNvPr>
          <p:cNvSpPr txBox="1"/>
          <p:nvPr/>
        </p:nvSpPr>
        <p:spPr>
          <a:xfrm>
            <a:off x="4513384" y="6229350"/>
            <a:ext cx="316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DADEF7-BFDF-BF93-A2E7-EB10668E51C3}"/>
              </a:ext>
            </a:extLst>
          </p:cNvPr>
          <p:cNvSpPr txBox="1"/>
          <p:nvPr/>
        </p:nvSpPr>
        <p:spPr>
          <a:xfrm>
            <a:off x="8618660" y="6168509"/>
            <a:ext cx="316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96745-335A-71E9-36EE-DEEB46120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4" y="287311"/>
            <a:ext cx="3163253" cy="579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6F40D1-973D-09EF-03BA-EE211C681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27" y="296642"/>
            <a:ext cx="3163253" cy="579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69D143-DF36-05A7-62C7-F496E7B1F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683" y="287311"/>
            <a:ext cx="3163253" cy="580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6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FA135C6-2A9B-73E3-0443-70049C0D07F9}"/>
              </a:ext>
            </a:extLst>
          </p:cNvPr>
          <p:cNvSpPr txBox="1"/>
          <p:nvPr/>
        </p:nvSpPr>
        <p:spPr>
          <a:xfrm>
            <a:off x="1047464" y="6238973"/>
            <a:ext cx="316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CCFFF4-B1DC-FAA8-DA90-3471B2D04AA4}"/>
              </a:ext>
            </a:extLst>
          </p:cNvPr>
          <p:cNvSpPr txBox="1"/>
          <p:nvPr/>
        </p:nvSpPr>
        <p:spPr>
          <a:xfrm>
            <a:off x="7884182" y="6242262"/>
            <a:ext cx="316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32E10-7C7D-E01B-48A1-9738C75BD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603" y="249695"/>
            <a:ext cx="3038951" cy="5697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8FA695-6581-0B6C-C1D6-97A3234E1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041" y="246406"/>
            <a:ext cx="3163253" cy="599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07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7E37BD-601E-737C-42A5-C69E40812D4E}"/>
              </a:ext>
            </a:extLst>
          </p:cNvPr>
          <p:cNvSpPr txBox="1"/>
          <p:nvPr/>
        </p:nvSpPr>
        <p:spPr>
          <a:xfrm>
            <a:off x="1057656" y="2816352"/>
            <a:ext cx="10076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 Panel</a:t>
            </a:r>
          </a:p>
        </p:txBody>
      </p:sp>
    </p:spTree>
    <p:extLst>
      <p:ext uri="{BB962C8B-B14F-4D97-AF65-F5344CB8AC3E}">
        <p14:creationId xmlns:p14="http://schemas.microsoft.com/office/powerpoint/2010/main" val="384567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68A948-71BF-A4AE-D2D6-B1E14D9F2BB5}"/>
              </a:ext>
            </a:extLst>
          </p:cNvPr>
          <p:cNvSpPr txBox="1"/>
          <p:nvPr/>
        </p:nvSpPr>
        <p:spPr>
          <a:xfrm>
            <a:off x="455734" y="6312813"/>
            <a:ext cx="316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B1B2F-222B-BEA4-5FF8-777ED27E3B91}"/>
              </a:ext>
            </a:extLst>
          </p:cNvPr>
          <p:cNvSpPr txBox="1"/>
          <p:nvPr/>
        </p:nvSpPr>
        <p:spPr>
          <a:xfrm>
            <a:off x="4513383" y="6312813"/>
            <a:ext cx="316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 Schedule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9616C-00EF-1FA6-0B4A-306DCFC9D039}"/>
              </a:ext>
            </a:extLst>
          </p:cNvPr>
          <p:cNvSpPr txBox="1"/>
          <p:nvPr/>
        </p:nvSpPr>
        <p:spPr>
          <a:xfrm>
            <a:off x="8761534" y="6312813"/>
            <a:ext cx="316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Requests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20BB4C-4F64-852F-AF40-5B4C72D9F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3" y="175855"/>
            <a:ext cx="3163253" cy="5924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928740-8FC0-0071-5301-48833F42F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013" y="175854"/>
            <a:ext cx="3163253" cy="59245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B87055-495F-AABB-85AB-2ACAFE102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53" y="175853"/>
            <a:ext cx="3163253" cy="592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74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67A0E5-5782-3B63-8F01-923BC1EB89A6}"/>
              </a:ext>
            </a:extLst>
          </p:cNvPr>
          <p:cNvSpPr txBox="1"/>
          <p:nvPr/>
        </p:nvSpPr>
        <p:spPr>
          <a:xfrm>
            <a:off x="675798" y="6118546"/>
            <a:ext cx="316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3164B-3C70-AA64-02B4-CFA85196A0DC}"/>
              </a:ext>
            </a:extLst>
          </p:cNvPr>
          <p:cNvSpPr txBox="1"/>
          <p:nvPr/>
        </p:nvSpPr>
        <p:spPr>
          <a:xfrm>
            <a:off x="8899422" y="6145373"/>
            <a:ext cx="1624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7023D-DDB9-F92E-85F5-C1C8F5EB4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98" y="315304"/>
            <a:ext cx="3163253" cy="56092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896D56-0AB7-C8E0-7AA0-EDFCEA61E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68" y="343295"/>
            <a:ext cx="3165231" cy="560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6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3332FC-5F35-8BC6-D9D9-2C7FA5F18704}"/>
              </a:ext>
            </a:extLst>
          </p:cNvPr>
          <p:cNvSpPr txBox="1"/>
          <p:nvPr/>
        </p:nvSpPr>
        <p:spPr>
          <a:xfrm>
            <a:off x="1057656" y="2816352"/>
            <a:ext cx="10076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Guardian Panel</a:t>
            </a:r>
          </a:p>
        </p:txBody>
      </p:sp>
    </p:spTree>
    <p:extLst>
      <p:ext uri="{BB962C8B-B14F-4D97-AF65-F5344CB8AC3E}">
        <p14:creationId xmlns:p14="http://schemas.microsoft.com/office/powerpoint/2010/main" val="252090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6C94660-BAB1-3CA0-F4B3-724546D27F78}"/>
              </a:ext>
            </a:extLst>
          </p:cNvPr>
          <p:cNvSpPr txBox="1"/>
          <p:nvPr/>
        </p:nvSpPr>
        <p:spPr>
          <a:xfrm>
            <a:off x="889131" y="6337012"/>
            <a:ext cx="249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Accounts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11881-E12C-A949-1990-3FFBE592CEF7}"/>
              </a:ext>
            </a:extLst>
          </p:cNvPr>
          <p:cNvSpPr txBox="1"/>
          <p:nvPr/>
        </p:nvSpPr>
        <p:spPr>
          <a:xfrm>
            <a:off x="9284627" y="6355843"/>
            <a:ext cx="1109395" cy="33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5E3B94-2D30-9F81-5311-82AF60EDE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48" y="147280"/>
            <a:ext cx="3163253" cy="6083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E5292D-05F8-3B78-2E85-CE931031D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709" y="287311"/>
            <a:ext cx="3163253" cy="5791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1F795B-73CA-36EE-6C13-9ABC91B69038}"/>
              </a:ext>
            </a:extLst>
          </p:cNvPr>
          <p:cNvSpPr txBox="1"/>
          <p:nvPr/>
        </p:nvSpPr>
        <p:spPr>
          <a:xfrm>
            <a:off x="4294307" y="6229350"/>
            <a:ext cx="316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FFCDE3-6353-26D7-5B00-EF617127FC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52" y="296642"/>
            <a:ext cx="3163253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5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CCE72-F164-0225-DDA1-DEC5DAC706CD}"/>
              </a:ext>
            </a:extLst>
          </p:cNvPr>
          <p:cNvSpPr txBox="1"/>
          <p:nvPr/>
        </p:nvSpPr>
        <p:spPr>
          <a:xfrm>
            <a:off x="8705531" y="6289887"/>
            <a:ext cx="166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4B57D3-0471-648B-E696-C9CACE9F1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041" y="246406"/>
            <a:ext cx="3163253" cy="59925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0FFEF3-5151-13B5-0FC5-C81FB99BB7D0}"/>
              </a:ext>
            </a:extLst>
          </p:cNvPr>
          <p:cNvSpPr txBox="1"/>
          <p:nvPr/>
        </p:nvSpPr>
        <p:spPr>
          <a:xfrm>
            <a:off x="1737027" y="6369963"/>
            <a:ext cx="178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Tutors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181118-BB34-3EAA-00E2-302A23738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06" y="344461"/>
            <a:ext cx="3163253" cy="580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8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41</Words>
  <Application>Microsoft Office PowerPoint</Application>
  <PresentationFormat>Widescreen</PresentationFormat>
  <Paragraphs>23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Qais</dc:creator>
  <cp:lastModifiedBy>Muhammad Qais</cp:lastModifiedBy>
  <cp:revision>15</cp:revision>
  <dcterms:created xsi:type="dcterms:W3CDTF">2026-04-20T01:28:45Z</dcterms:created>
  <dcterms:modified xsi:type="dcterms:W3CDTF">2026-05-18T13:54:41Z</dcterms:modified>
</cp:coreProperties>
</file>